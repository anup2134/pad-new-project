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764BA2"/>
                </a:solidFill>
              </a:defRPr>
            </a:pPr>
            <a:r>
              <a:t>DyslexiFlow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AI-Powered Personalized Reading Assistant</a:t>
            </a:r>
          </a:p>
          <a:p>
            <a:r>
              <a:t>Read Without Barriers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67EEA"/>
                </a:solidFill>
              </a:defRPr>
            </a:pPr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10-20% of the global population has dyslexia.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Traditional tools are 'one-size-fits-all'.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Different brains need different interventions (Phonological vs. Visual).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Standard Text-to-Speech lacks visual synchronization.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67EEA"/>
                </a:solidFill>
              </a:defRPr>
            </a:pPr>
            <a:r>
              <a:t>The Solution: DyslexiFlow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Personalized: Adapts to 5 distinct dyslexia profiles.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Intelligent: Uses Llama 3 AI to simplify and explain.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Visual: Bionic reading, focus modes, and custom fonts.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Auditory: Neural voices with word-level highlighting.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67EEA"/>
                </a:solidFill>
              </a:defRPr>
            </a:pPr>
            <a:r>
              <a:t>Profile-Based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Phonological: Simplifies complex sounds &amp; rhymes.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Surface: Fixes irregular spelling patterns.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Visual: Max 8 words/line, extra spacing.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Auditory: Avoids similar-sounding words.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Mixed: Maximizes simplicity across all dimensions.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67EEA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Document Processing: PDF, DOCX, TXT upload.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Interactive Chat: Ask questions about your documents.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Voice Input: Dictation support.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Bionic Reading: Artificial fixation points.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Focus Mode: Distraction-free reading.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1828800" cy="2743200"/>
          </a:xfrm>
          <a:prstGeom prst="rect">
            <a:avLst/>
          </a:prstGeom>
          <a:solidFill>
            <a:srgbClr val="E1F5FE"/>
          </a:solidFill>
          <a:ln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t>Frontend</a:t>
            </a:r>
          </a:p>
          <a:p>
            <a:r>
              <a:t>(React + Vite)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828800"/>
            <a:ext cx="2743200" cy="3657600"/>
          </a:xfrm>
          <a:prstGeom prst="rect">
            <a:avLst/>
          </a:prstGeom>
          <a:solidFill>
            <a:srgbClr val="FFF3E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t>Backend API</a:t>
            </a:r>
          </a:p>
          <a:p>
            <a:r>
              <a:t>(FastAPI)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657600"/>
            <a:ext cx="18288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Document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4297680"/>
            <a:ext cx="18288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Chat 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937760"/>
            <a:ext cx="18288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TTS 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286000"/>
            <a:ext cx="1828800" cy="914400"/>
          </a:xfrm>
          <a:prstGeom prst="rect">
            <a:avLst/>
          </a:prstGeom>
          <a:solidFill>
            <a:srgbClr val="F3E5F5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Groq Cloud</a:t>
            </a:r>
          </a:p>
          <a:p>
            <a:r>
              <a:t>(Llama 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114800"/>
            <a:ext cx="1828800" cy="914400"/>
          </a:xfrm>
          <a:prstGeom prst="rect">
            <a:avLst/>
          </a:prstGeom>
          <a:solidFill>
            <a:srgbClr val="F3E5F5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Microsoft</a:t>
            </a:r>
          </a:p>
          <a:p>
            <a:r>
              <a:t>Edge TTS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3657600"/>
            <a:ext cx="914400" cy="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486400" y="2743200"/>
            <a:ext cx="1371600" cy="11430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486400" y="4572000"/>
            <a:ext cx="1371600" cy="59436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67EEA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Frontend: React.js (Vite), Web Speech API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Backend: FastAPI (Python)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AI Engine: Groq SDK (Llama-3.3-70b)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Audio Engine: Microsoft Edge TTS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Processing: PDFPlumber, Python-Docx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667EEA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333333"/>
                </a:solidFill>
              </a:defRPr>
            </a:pPr>
            <a:r>
              <a:t>Native Mobile Applications (iOS/Android)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OCR for Physical Books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Browser Extension for any website</a:t>
            </a:r>
          </a:p>
          <a:p>
            <a:pPr>
              <a:defRPr sz="2400">
                <a:solidFill>
                  <a:srgbClr val="333333"/>
                </a:solidFill>
              </a:defRPr>
            </a:pPr>
            <a:r>
              <a:t>Reading Progress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764BA2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DyslexiFlow</a:t>
            </a:r>
          </a:p>
          <a:p>
            <a:r>
              <a:t>Made with &lt;3 for everyone who reads differently.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